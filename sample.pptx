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American Express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Quarterly Review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Revenue Growth: +15% YoY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Customer Satisfaction: 94%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Market Share: Increased by 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2023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1A"/>
                </a:solidFill>
              </a:defRPr>
            </a:pPr>
            <a:r>
              <a:t>$10M Revenue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50K Customers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92%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2024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1A"/>
                </a:solidFill>
              </a:defRPr>
            </a:pPr>
            <a:r>
              <a:t>$11.5M Revenue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52.5K Customers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94% Retention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AA4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